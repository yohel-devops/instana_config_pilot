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7607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IBM Bob Hackathon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41148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Instana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4E3FF"/>
                </a:solidFill>
              </a:rPr>
              <a:t>Generate, validate, compare, and export IBM Instana configuration YAML from a guided browser workflow.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3685032"/>
            <a:ext cx="1417320" cy="0"/>
          </a:xfrm>
          <a:prstGeom prst="line">
            <a:avLst/>
          </a:prstGeom>
          <a:noFill/>
          <a:ln w="38100">
            <a:solidFill>
              <a:srgbClr val="08BD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913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F3D0"/>
                </a:solidFill>
              </a:rPr>
              <a:t>Frontend-first delivery built with IBM Bob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74920" y="658368"/>
            <a:ext cx="6355080" cy="45262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pic>
        <p:nvPicPr>
          <p:cNvPr id="9" name="Image 0" descr="C:\Users\yohel\Documents\ibm_bob_hackaton_2026\instana_config_pilot\docs\demo-assets\app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38928" y="722376"/>
            <a:ext cx="6227064" cy="43982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74920" y="53492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7D7FE"/>
                </a:solidFill>
              </a:rPr>
              <a:t>Browser-based workflow: template -&gt; sensors -&gt; validation -&gt; export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Instana YAML editing is fragile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configuration files create operational risk before changes ever reach a real environment.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02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594360" y="3063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A1E28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34015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Syntax and indentation errors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4187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A single spacing mistake can break an otherwise valid sensor configuration.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43400" y="3063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C21B"/>
                </a:solidFill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43400" y="34015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Incomplete sensor fields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43400" y="4187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Different servers and environments need different sensors, credentials, tags, and tuning values.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306324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62FE"/>
                </a:solidFill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92440" y="34015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Hard-to-review changes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92440" y="418795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467"/>
                </a:solidFill>
              </a:rPr>
              <a:t>Teams need to understand exactly what changed before applying configuration.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guided workflow from template to usable YAML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Instana Config Pilot turns configuration work into a repeatable browser flow.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03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85800" y="240487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7802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Load template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926080" y="240487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6F4CFF"/>
          </a:solidFill>
          <a:ln w="12700">
            <a:solidFill>
              <a:srgbClr val="6F4C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47802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Detect sensors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5166360" y="240487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8BDBA"/>
          </a:solidFill>
          <a:ln w="12700">
            <a:solidFill>
              <a:srgbClr val="08BDB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47802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Configure fields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7406640" y="240487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247802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Validate risks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9646920" y="240487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01828"/>
          </a:solidFill>
          <a:ln w="12700">
            <a:solidFill>
              <a:srgbClr val="10182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46920" y="2478024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Export files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685800" y="3136392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30632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Detects com.instana.plugin.* blocks from Instana-style YAML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" y="3483864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" y="34107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Builds a dynamic sensor catalog with known and unknown sensors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5800" y="3831336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7581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Generates configuration.yaml without hand-editing indentation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63640" y="3136392"/>
            <a:ext cx="54864" cy="54864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91656" y="30632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Generates .env.example placeholders for credentials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63640" y="3483864"/>
            <a:ext cx="54864" cy="54864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34107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Flags missing required values and hardcoded-secret risks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3831336"/>
            <a:ext cx="54864" cy="54864"/>
          </a:xfrm>
          <a:prstGeom prst="ellipse">
            <a:avLst/>
          </a:prstGeom>
          <a:solidFill>
            <a:srgbClr val="24A148"/>
          </a:solidFill>
          <a:ln w="12700">
            <a:solidFill>
              <a:srgbClr val="24A14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91656" y="375818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Compares generated YAML against another file before review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demo starts with a real Instana-style template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loads the template, discovers sensor blocks, and exposes the workflow in one screen.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04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1097280" y="1938528"/>
            <a:ext cx="996696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pic>
        <p:nvPicPr>
          <p:cNvPr id="7" name="Image 0" descr="C:\Users\yohel\Documents\ibm_bob_hackaton_2026\instana_config_pilot\docs\demo-assets\app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61288" y="2002536"/>
            <a:ext cx="9838944" cy="36667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 catalog: searchable, filterable, configurable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sensors get curated fields; unknown plugin blocks are still preserved through dynamic metadata.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05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58368" y="1828800"/>
            <a:ext cx="6720840" cy="4160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pic>
        <p:nvPicPr>
          <p:cNvPr id="7" name="Image 0" descr="C:\Users\yohel\Documents\ibm_bob_hackaton_2026\instana_config_pilot\docs\demo-assets\sensor-catalo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" y="1892808"/>
            <a:ext cx="6592824" cy="40325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331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What the user gets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35240" y="2926080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63256" y="2852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Search and category filters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635240" y="3310128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63256" y="3236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One-click sensor enablement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635240" y="3694176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63256" y="36210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Required-field guidance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635240" y="4078224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63256" y="40050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IBM MQ demo values for fast walkthrough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Generated outputs separate configuration from secrets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configuration.yaml carries structure; .env.example carries placeholders for sensitive values.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06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85800" y="1975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configuration.yaml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3640" y="19751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.env.example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5257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pic>
        <p:nvPicPr>
          <p:cNvPr id="9" name="Image 0" descr="C:\Users\yohel\Documents\ibm_bob_hackaton_2026\instana_config_pilot\docs\demo-assets\generated-yam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2395728"/>
            <a:ext cx="5129784" cy="334670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2331720"/>
            <a:ext cx="525780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pic>
        <p:nvPicPr>
          <p:cNvPr id="11" name="Image 1" descr="C:\Users\yohel\Documents\ibm_bob_hackaton_2026\instana_config_pilot\docs\demo-assets\generated-env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27648" y="2395728"/>
            <a:ext cx="5129784" cy="33467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mode makes configuration review visible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applying changes, teams can compare generated YAML against another candidate file.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07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6720840" cy="40965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</p:sp>
      <p:pic>
        <p:nvPicPr>
          <p:cNvPr id="7" name="Image 0" descr="C:\Users\yohel\Documents\ibm_bob_hackaton_2026\instana_config_pilot\docs\demo-assets\compare-mod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22376" y="1938528"/>
            <a:ext cx="6592824" cy="39684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3524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Review before apply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35240" y="3108960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63256" y="3035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Visual line-by-line diff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635240" y="3493008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63256" y="341985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Candidate YAML validation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635240" y="3877056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63256" y="380390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Clear A/B comparison for operators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IBM Bob was the development partner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7D7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Bob helped move from idea to architecture, implementation, refactor, and final documentation.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AAB6D3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AAB6D3"/>
                </a:solidFill>
              </a:rPr>
              <a:t>08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Bob IDE usage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724912"/>
            <a:ext cx="54864" cy="54864"/>
          </a:xfrm>
          <a:prstGeom prst="ellipse">
            <a:avLst/>
          </a:prstGeom>
          <a:solidFill>
            <a:srgbClr val="08BDBA"/>
          </a:solidFill>
          <a:ln w="12700">
            <a:solidFill>
              <a:srgbClr val="08BDB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3816" y="265176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4E3FF"/>
                </a:solidFill>
              </a:rPr>
              <a:t>Architecture exploration and planning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85800" y="3108960"/>
            <a:ext cx="54864" cy="54864"/>
          </a:xfrm>
          <a:prstGeom prst="ellipse">
            <a:avLst/>
          </a:prstGeom>
          <a:solidFill>
            <a:srgbClr val="08BDBA"/>
          </a:solidFill>
          <a:ln w="12700">
            <a:solidFill>
              <a:srgbClr val="08BDB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30358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4E3FF"/>
                </a:solidFill>
              </a:rPr>
              <a:t>Frontend implementation and TypeScript refactor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5800" y="3493008"/>
            <a:ext cx="54864" cy="54864"/>
          </a:xfrm>
          <a:prstGeom prst="ellipse">
            <a:avLst/>
          </a:prstGeom>
          <a:solidFill>
            <a:srgbClr val="08BDBA"/>
          </a:solidFill>
          <a:ln w="12700">
            <a:solidFill>
              <a:srgbClr val="08BDB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341985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4E3FF"/>
                </a:solidFill>
              </a:rPr>
              <a:t>Documentation, runbook, and submission prep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3877056"/>
            <a:ext cx="54864" cy="54864"/>
          </a:xfrm>
          <a:prstGeom prst="ellipse">
            <a:avLst/>
          </a:prstGeom>
          <a:solidFill>
            <a:srgbClr val="08BDBA"/>
          </a:solidFill>
          <a:ln w="12700">
            <a:solidFill>
              <a:srgbClr val="08BDB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" y="380390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D4E3FF"/>
                </a:solidFill>
              </a:rPr>
              <a:t>Task evidence exported to bob_sessions/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17220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Hackathon pivot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2200" y="265176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E3FF"/>
                </a:solidFill>
              </a:rPr>
              <a:t>The original plan included web + API + MCP. When BobCoins became a practical constraint, the team pivoted to a frontend-first MVP that preserved the core product value.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1554480" cy="0"/>
          </a:xfrm>
          <a:prstGeom prst="line">
            <a:avLst/>
          </a:prstGeom>
          <a:noFill/>
          <a:ln w="38100">
            <a:solidFill>
              <a:srgbClr val="24A14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400507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F3D0"/>
                </a:solidFill>
              </a:rPr>
              <a:t>A working demo beat a broader unfinished 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architecture: browser-first and static deployable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functional delivery removes API dependency and keeps the Instana workflow local to the frontend.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09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85800" y="278892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86207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React + TypeScript + Vite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1828"/>
                </a:solidFill>
              </a:rPr>
              <a:t>Client-side engines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7947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</a:rPr>
              <a:t>sensorDetector -&gt; sensorCatalog -&gt; validator -&gt; yamlGenerator -&gt; envGenerator -&gt; diffEngine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24688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1828"/>
                </a:solidFill>
              </a:rPr>
              <a:t>Delivery scope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0" y="3044952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28816" y="297180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Static frontend served by Nginx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3429000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28816" y="33558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Backend remains as reference/prototype code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400800" y="3813048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373989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No production secrets or client data required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400800" y="4197096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4123944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Future MCP/API path remains possible after MVP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Impact: safer configuration, faster review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94360" y="138988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proof of concept for teams that manage Instana agent configuration.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94360" y="6446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</a:rPr>
              <a:t>Instana Config Pilot | IBM Bob Hackathon</a:t>
            </a:r>
            <a:endParaRPr lang="en-US" sz="650" dirty="0"/>
          </a:p>
        </p:txBody>
      </p:sp>
      <p:sp>
        <p:nvSpPr>
          <p:cNvPr id="5" name="Text 3"/>
          <p:cNvSpPr/>
          <p:nvPr/>
        </p:nvSpPr>
        <p:spPr>
          <a:xfrm>
            <a:off x="11567160" y="644652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667085"/>
                </a:solidFill>
              </a:rPr>
              <a:t>10</a:t>
            </a:r>
            <a:endParaRPr lang="en-US" sz="650" dirty="0"/>
          </a:p>
        </p:txBody>
      </p:sp>
      <p:sp>
        <p:nvSpPr>
          <p:cNvPr id="6" name="Text 4"/>
          <p:cNvSpPr/>
          <p:nvPr/>
        </p:nvSpPr>
        <p:spPr>
          <a:xfrm>
            <a:off x="182880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What changes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28800" y="3044952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56816" y="29718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Less manual YAML editing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28800" y="3429000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6816" y="33558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More consistent operational tags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28800" y="3813048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56816" y="37398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Secrets pushed toward environment variables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0" y="4197096"/>
            <a:ext cx="54864" cy="54864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56816" y="41239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Diffs visible before config reaches a server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6656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1828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66560" y="3044952"/>
            <a:ext cx="54864" cy="54864"/>
          </a:xfrm>
          <a:prstGeom prst="ellipse">
            <a:avLst/>
          </a:prstGeom>
          <a:solidFill>
            <a:srgbClr val="6F4CFF"/>
          </a:solidFill>
          <a:ln w="12700">
            <a:solidFill>
              <a:srgbClr val="6F4C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29718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Add unit tests for frontend engines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66560" y="3429000"/>
            <a:ext cx="54864" cy="54864"/>
          </a:xfrm>
          <a:prstGeom prst="ellipse">
            <a:avLst/>
          </a:prstGeom>
          <a:solidFill>
            <a:srgbClr val="6F4CFF"/>
          </a:solidFill>
          <a:ln w="12700">
            <a:solidFill>
              <a:srgbClr val="6F4C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33558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Improve nested YAML rendering for more sensors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66560" y="3813048"/>
            <a:ext cx="54864" cy="54864"/>
          </a:xfrm>
          <a:prstGeom prst="ellipse">
            <a:avLst/>
          </a:prstGeom>
          <a:solidFill>
            <a:srgbClr val="6F4CFF"/>
          </a:solidFill>
          <a:ln w="12700">
            <a:solidFill>
              <a:srgbClr val="6F4C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94576" y="373989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Add frontend-only ZIP bundle export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766560" y="4197096"/>
            <a:ext cx="54864" cy="54864"/>
          </a:xfrm>
          <a:prstGeom prst="ellipse">
            <a:avLst/>
          </a:prstGeom>
          <a:solidFill>
            <a:srgbClr val="6F4CFF"/>
          </a:solidFill>
          <a:ln w="12700">
            <a:solidFill>
              <a:srgbClr val="6F4C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4576" y="412394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01828"/>
                </a:solidFill>
              </a:rPr>
              <a:t>Revisit API/MCP integration after MVP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IBM Bob Hackathon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Instana Config Pilot</dc:title>
  <dc:subject>Instana Config Pilot pitch deck</dc:subject>
  <dc:creator>Yohel</dc:creator>
  <cp:lastModifiedBy>Yohel</cp:lastModifiedBy>
  <cp:revision>1</cp:revision>
  <dcterms:created xsi:type="dcterms:W3CDTF">2026-05-17T11:35:41Z</dcterms:created>
  <dcterms:modified xsi:type="dcterms:W3CDTF">2026-05-17T11:35:41Z</dcterms:modified>
</cp:coreProperties>
</file>