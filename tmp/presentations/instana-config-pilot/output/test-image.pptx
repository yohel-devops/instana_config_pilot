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6488ce9b547d3" /><Relationship Type="http://schemas.openxmlformats.org/officeDocument/2006/relationships/extended-properties" Target="/docProps/app.xml" Id="Rb38d913ee58f4858" /><Relationship Type="http://schemas.openxmlformats.org/officeDocument/2006/relationships/officeDocument" Target="/ppt/presentation.xml" Id="R4ff45320a258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3bd057ac14885"/>
  </p:sldMasterIdLst>
  <p:notesMasterIdLst>
    <p:notesMasterId xmlns:r="http://schemas.openxmlformats.org/officeDocument/2006/relationships" r:id="R4a0054516cd549ac"/>
  </p:notesMasterIdLst>
  <p:sldIdLst>
    <p:sldId xmlns:r="http://schemas.openxmlformats.org/officeDocument/2006/relationships" id="256" r:id="Re7af1491f49141c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3bd057ac14885" /><Relationship Type="http://schemas.openxmlformats.org/officeDocument/2006/relationships/theme" Target="/ppt/theme/theme1.xml" Id="R74d1a771df18480d" /><Relationship Type="http://schemas.openxmlformats.org/officeDocument/2006/relationships/notesMaster" Target="/ppt/notesMasters/notesMaster1.xml" Id="R4a0054516cd549ac" /><Relationship Type="http://schemas.openxmlformats.org/officeDocument/2006/relationships/presProps" Target="/ppt/presProps.xml" Id="R9014f36e31434e31" /><Relationship Type="http://schemas.openxmlformats.org/officeDocument/2006/relationships/viewProps" Target="/ppt/viewProps.xml" Id="Rdb94c8d62aec46fd" /><Relationship Type="http://schemas.openxmlformats.org/officeDocument/2006/relationships/tableStyles" Target="/ppt/tableStyles.xml" Id="Rc0c4d8692e014cce" /><Relationship Type="http://schemas.openxmlformats.org/officeDocument/2006/relationships/slide" Target="/ppt/slides/slide1.xml" Id="Re7af1491f49141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eafc51b98040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e05fc46f640b4" /><Relationship Type="http://schemas.openxmlformats.org/officeDocument/2006/relationships/notesMaster" Target="/ppt/notesMasters/notesMaster1.xml" Id="Rfc57deb12059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38961076041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34d5d038a74061" /><Relationship Type="http://schemas.openxmlformats.org/officeDocument/2006/relationships/slideLayout" Target="/ppt/slideLayouts/slideLayout2.xml" Id="R03c19989c753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c19989c753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98a926d1a4a47" /><Relationship Type="http://schemas.openxmlformats.org/officeDocument/2006/relationships/image" Target="/ppt/media/image.png" Id="Rf86a47f128ea48ba" /><Relationship Type="http://schemas.openxmlformats.org/officeDocument/2006/relationships/notesSlide" Target="/ppt/notesSlides/notesSlide1.xml" Id="Rac3da2ecd5634b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A67D929-077C-4AA9-ACD8-F91B2A36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6860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Image Test</a:t>
            </a:r>
          </a:p>
        </p:txBody>
      </p:sp>
      <p:pic>
        <p:nvPicPr>
          <p:cNvPr id="2" name="ap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a47f128ea48ba"/>
          <a:stretch xmlns:a="http://schemas.openxmlformats.org/drawingml/2006/main"/>
        </p:blipFill>
        <p:spPr>
          <a:xfrm xmlns:a="http://schemas.openxmlformats.org/drawingml/2006/main">
            <a:off x="685800" y="2415540"/>
            <a:ext cx="85725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45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2026-05-17T11:22:27.7890000Z</dcterms:created>
  <dcterms:modified xsi:type="dcterms:W3CDTF">2026-05-17T11:22:27.7890000Z</dcterms:modified>
</coreProperties>
</file>