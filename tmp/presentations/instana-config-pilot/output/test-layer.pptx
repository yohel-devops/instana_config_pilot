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d67be88bb74d21" /><Relationship Type="http://schemas.openxmlformats.org/officeDocument/2006/relationships/extended-properties" Target="/docProps/app.xml" Id="R10fcb229b07f4398" /><Relationship Type="http://schemas.openxmlformats.org/officeDocument/2006/relationships/officeDocument" Target="/ppt/presentation.xml" Id="R4c5d63abf70749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c04be2eb694b22"/>
  </p:sldMasterIdLst>
  <p:notesMasterIdLst>
    <p:notesMasterId xmlns:r="http://schemas.openxmlformats.org/officeDocument/2006/relationships" r:id="R869923191c684dcb"/>
  </p:notesMasterIdLst>
  <p:sldIdLst>
    <p:sldId xmlns:r="http://schemas.openxmlformats.org/officeDocument/2006/relationships" id="256" r:id="R6c5fd164f3704231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c04be2eb694b22" /><Relationship Type="http://schemas.openxmlformats.org/officeDocument/2006/relationships/theme" Target="/ppt/theme/theme1.xml" Id="R148505b762f14eef" /><Relationship Type="http://schemas.openxmlformats.org/officeDocument/2006/relationships/notesMaster" Target="/ppt/notesMasters/notesMaster1.xml" Id="R869923191c684dcb" /><Relationship Type="http://schemas.openxmlformats.org/officeDocument/2006/relationships/presProps" Target="/ppt/presProps.xml" Id="R7b9684b394f54ac2" /><Relationship Type="http://schemas.openxmlformats.org/officeDocument/2006/relationships/viewProps" Target="/ppt/viewProps.xml" Id="R5f67517776894277" /><Relationship Type="http://schemas.openxmlformats.org/officeDocument/2006/relationships/tableStyles" Target="/ppt/tableStyles.xml" Id="R25ce86c22605451f" /><Relationship Type="http://schemas.openxmlformats.org/officeDocument/2006/relationships/slide" Target="/ppt/slides/slide1.xml" Id="R6c5fd164f37042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744d5c631574b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147505ddbc4b7a" /><Relationship Type="http://schemas.openxmlformats.org/officeDocument/2006/relationships/notesMaster" Target="/ppt/notesMasters/notesMaster1.xml" Id="R4fe6e92ac87148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171051a01d49b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bb8e113afb74737" /><Relationship Type="http://schemas.openxmlformats.org/officeDocument/2006/relationships/slideLayout" Target="/ppt/slideLayouts/slideLayout2.xml" Id="Re90ec149c9224ee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0ec149c9224e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6b6d83395f4e6d" /><Relationship Type="http://schemas.openxmlformats.org/officeDocument/2006/relationships/notesSlide" Target="/ppt/notesSlides/notesSlide1.xml" Id="R3e42cb12b35b415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61700C66-0E28-4CE9-B52C-B273A3BC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C6A200-D3C6-4681-9D2E-75560112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280035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FFFFF"/>
                </a:solidFill>
              </a:defRPr>
            </a:pPr>
            <a:r>
              <a:rPr sz="5400" b="1">
                <a:solidFill>
                  <a:srgbClr val="FFFFFF"/>
                </a:solidFill>
              </a:rPr>
              <a:t>Layer Test</a:t>
            </a:r>
          </a:p>
        </p:txBody>
      </p:sp>
    </p:spTree>
    <p:extLst>
      <p:ext uri="{BB962C8B-B14F-4D97-AF65-F5344CB8AC3E}">
        <p14:creationId xmlns:p14="http://schemas.microsoft.com/office/powerpoint/2010/main" val="13194083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2026-05-17T11:23:49.3510000Z</dcterms:created>
  <dcterms:modified xsi:type="dcterms:W3CDTF">2026-05-17T11:23:49.3510000Z</dcterms:modified>
</coreProperties>
</file>