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e3209915a4373" /><Relationship Type="http://schemas.openxmlformats.org/officeDocument/2006/relationships/extended-properties" Target="/docProps/app.xml" Id="Rb0dc26be81974b68" /><Relationship Type="http://schemas.openxmlformats.org/officeDocument/2006/relationships/officeDocument" Target="/ppt/presentation.xml" Id="R6916964a9eeb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27b9f6d864715"/>
  </p:sldMasterIdLst>
  <p:notesMasterIdLst>
    <p:notesMasterId xmlns:r="http://schemas.openxmlformats.org/officeDocument/2006/relationships" r:id="R0e2f0b0d61814c89"/>
  </p:notesMasterIdLst>
  <p:sldIdLst>
    <p:sldId xmlns:r="http://schemas.openxmlformats.org/officeDocument/2006/relationships" id="256" r:id="Rab0027cd2c4d4e1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27b9f6d864715" /><Relationship Type="http://schemas.openxmlformats.org/officeDocument/2006/relationships/theme" Target="/ppt/theme/theme1.xml" Id="R0e20a57501014d18" /><Relationship Type="http://schemas.openxmlformats.org/officeDocument/2006/relationships/notesMaster" Target="/ppt/notesMasters/notesMaster1.xml" Id="R0e2f0b0d61814c89" /><Relationship Type="http://schemas.openxmlformats.org/officeDocument/2006/relationships/presProps" Target="/ppt/presProps.xml" Id="R58ddfc89eb054acb" /><Relationship Type="http://schemas.openxmlformats.org/officeDocument/2006/relationships/viewProps" Target="/ppt/viewProps.xml" Id="R363434e8c4c741e2" /><Relationship Type="http://schemas.openxmlformats.org/officeDocument/2006/relationships/tableStyles" Target="/ppt/tableStyles.xml" Id="Rd304540332e8450c" /><Relationship Type="http://schemas.openxmlformats.org/officeDocument/2006/relationships/slide" Target="/ppt/slides/slide1.xml" Id="Rab0027cd2c4d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bec05e99d243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e309257824964" /><Relationship Type="http://schemas.openxmlformats.org/officeDocument/2006/relationships/notesMaster" Target="/ppt/notesMasters/notesMaster1.xml" Id="R452cc001597c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ae7dea59541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345caa086434af9" /><Relationship Type="http://schemas.openxmlformats.org/officeDocument/2006/relationships/slideLayout" Target="/ppt/slideLayouts/slideLayout2.xml" Id="R503a2ed71f81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a2ed71f81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b42a085d54413" /><Relationship Type="http://schemas.openxmlformats.org/officeDocument/2006/relationships/notesSlide" Target="/ppt/notesSlides/notesSlide1.xml" Id="Rcbb93c3df26744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98AE3F9-2C90-46D1-89F9-43C42448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81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Test Deck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78C800-8937-4903-A239-4BA111A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74151"/>
                </a:solidFill>
              </a:defRPr>
            </a:pPr>
            <a:r>
              <a:rPr sz="2400">
                <a:solidFill>
                  <a:srgbClr val="374151"/>
                </a:solidFill>
              </a:rP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93595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2026-05-17T11:21:37.0430000Z</dcterms:created>
  <dcterms:modified xsi:type="dcterms:W3CDTF">2026-05-17T11:21:37.0430000Z</dcterms:modified>
</coreProperties>
</file>